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</a:rPr>
              <a:t>现在进行时</a:t>
            </a:r>
            <a:br/>
            <a:r>
              <a:t>Present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0">
                <a:solidFill>
                  <a:srgbClr val="FFFFFF"/>
                </a:solidFill>
              </a:rPr>
              <a:t>初中英语语法课 · Junior English Grammar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1. 掌握现在进行时的结构：be + doing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2. 学会用时间标志词判断现在进行时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3. 能正确写出动词的 doing 形式，避免拼写错误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基本结构：be +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表示现在正在发生的动作。结构 = be 动词 + 动词 ing 形式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E6FC8"/>
                </a:solidFill>
              </a:rPr>
              <a:t>I am reading.（我正在看书。）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E6FC8"/>
                </a:solidFill>
              </a:rPr>
              <a:t>She is singing.（她正在唱歌。）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E6FC8"/>
                </a:solidFill>
              </a:rPr>
              <a:t>They are playing.（他们正在玩耍。）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口诀：be 动词不能丢，doing 紧跟在后头！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时间标志词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看到这些词，就用现在进行时：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now — 现在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at the moment — 此刻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Look! — 看！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2E"/>
                </a:solidFill>
              </a:rPr>
              <a:t>Listen! — 听！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E6FC8"/>
                </a:solidFill>
              </a:rPr>
              <a:t>例：Listen! She is singing now.（听！她正在唱歌。）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C3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易错点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1. be 动词要搭配主语：I 用 am，he / she / it 用 is，you / we / they 用 are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   错误：She are singing. → 正确：She is singing.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</a:rPr>
              <a:t>2. doing 的拼写变化：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>   一般情况直接加 ing：read → reading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>   去掉 e 再加 ing：write → writing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>   双写末尾辅音再加 ing：run → running，swim → swimming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拼写变化是考试高频考点，重点记！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1. She ______ (sing) now.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2. They ______ football at the moment. (play)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3. Look! The dog ______ (run).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4. I ______ a letter now. (write)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E6FC8"/>
                </a:solidFill>
              </a:rPr>
              <a:t>要求：先填 be 动词，再写出正确的 doing 形式。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6FC8"/>
                </a:solidFill>
              </a:rPr>
              <a:t>答案在下一页，先自己动笔写一写！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C3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练习答案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1. She is singing now.（她现在正在唱歌。）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2. They are playing football at the moment.（他们此刻正在踢足球。）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3. Look! The dog is running.（看！那只狗正在跑。）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A1A2E"/>
                </a:solidFill>
              </a:rPr>
              <a:t>4. I am writing a letter now.（我现在正在写信。）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86A2C"/>
                </a:solidFill>
              </a:rPr>
              <a:t>易错提醒：第 3 题 run 要双写 n，第 4 题 write 要去 e！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总结 + 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A1A2E"/>
                </a:solidFill>
              </a:rPr>
              <a:t>本课总结：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E6FC8"/>
                </a:solidFill>
              </a:rPr>
              <a:t>结构：be（am / is / are）+ doing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E6FC8"/>
                </a:solidFill>
              </a:rPr>
              <a:t>标志词：now, at the moment, Look!, Listen!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E6FC8"/>
                </a:solidFill>
              </a:rPr>
              <a:t>拼写：直接加 ing / 去 e 加 ing / 双写加 ing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E86A2C"/>
                </a:solidFill>
              </a:rPr>
              <a:t>作业：用现在进行时写 5 个句子，描述你的家人此刻正在做什么。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2E"/>
                </a:solidFill>
              </a:rPr>
              <a:t>例：My mother is cooking dinner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
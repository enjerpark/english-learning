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4800" b="1">
                <a:solidFill>
                  <a:srgbClr val="FFFFFF"/>
                </a:solidFill>
              </a:rPr>
              <a:t>颜色与动物</a:t>
            </a:r>
            <a:br/>
            <a:r>
              <a:t>Colors &amp; Animals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3200" b="0">
                <a:solidFill>
                  <a:srgbClr val="FFFFFF"/>
                </a:solidFill>
              </a:rPr>
              <a:t>Fun English for Kids · 小学英语词汇课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A1A2E"/>
                </a:solidFill>
              </a:rPr>
              <a:t>1. 学会 6 个颜色单词的读音和拼写</a:t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1A1A2E"/>
                </a:solidFill>
              </a:rPr>
              <a:t>2. 学会 6 个动物单词的读音和拼写</a:t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1A1A2E"/>
                </a:solidFill>
              </a:rPr>
              <a:t>3. 能用 “I like …” 句型简单描述自己喜欢的颜色和动物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</a:rPr>
              <a:t>颜色词汇 Colors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1A1A2E"/>
                </a:solidFill>
              </a:rPr>
              <a:t>red — 红色 — I like red apples.（我喜欢红苹果。）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A1A2E"/>
                </a:solidFill>
              </a:rPr>
              <a:t>blue — 蓝色 — The sky is blue.（天空是蓝色的。）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A1A2E"/>
                </a:solidFill>
              </a:rPr>
              <a:t>yellow — 黄色 — The sun is yellow.（太阳是黄色的。）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A1A2E"/>
                </a:solidFill>
              </a:rPr>
              <a:t>green — 绿色 — I see green trees.（我看见绿色的树。）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A1A2E"/>
                </a:solidFill>
              </a:rPr>
              <a:t>black — 黑色 — The cat is black.（这只猫是黑色的。）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A1A2E"/>
                </a:solidFill>
              </a:rPr>
              <a:t>white — 白色 — The rabbit is white.（这只兔子是白色的。）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E6FC8"/>
                </a:solidFill>
              </a:rPr>
              <a:t>小提示：跟读三遍，注意单词的重音哦！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</a:rPr>
              <a:t>动物词汇 Animals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1A1A2E"/>
                </a:solidFill>
              </a:rPr>
              <a:t>cat — 猫 — I have a cat.（我有一只猫。）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A1A2E"/>
                </a:solidFill>
              </a:rPr>
              <a:t>dog — 狗 — The dog is big.（这只狗很大。）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A1A2E"/>
                </a:solidFill>
              </a:rPr>
              <a:t>bird — 鸟 — The bird can fly.（这只鸟会飞。）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A1A2E"/>
                </a:solidFill>
              </a:rPr>
              <a:t>fish — 鱼 — I see a fish.（我看见一条鱼。）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A1A2E"/>
                </a:solidFill>
              </a:rPr>
              <a:t>rabbit — 兔子 — The rabbit is white.（这只兔子是白色的。）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A1A2E"/>
                </a:solidFill>
              </a:rPr>
              <a:t>panda — 熊猫 — The panda is cute.（熊猫很可爱。）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E6FC8"/>
                </a:solidFill>
              </a:rPr>
              <a:t>小提示：panda 是我们中国的国宝，大熊猫！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6C3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</a:rPr>
              <a:t>小游戏：看词说中文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A1A2E"/>
                </a:solidFill>
              </a:rPr>
              <a:t>规则：看到英文单词，大声说出它的中文意思！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2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800" b="1">
                <a:solidFill>
                  <a:srgbClr val="1E6FC8"/>
                </a:solidFill>
              </a:rPr>
              <a:t>1. blue</a:t>
            </a:r>
          </a:p>
          <a:p>
            <a:pPr>
              <a:spcAft>
                <a:spcPts val="800"/>
              </a:spcAft>
            </a:pPr>
            <a:r>
              <a:rPr sz="2800" b="1">
                <a:solidFill>
                  <a:srgbClr val="1E6FC8"/>
                </a:solidFill>
              </a:rPr>
              <a:t>2. rabbit</a:t>
            </a:r>
          </a:p>
          <a:p>
            <a:pPr>
              <a:spcAft>
                <a:spcPts val="800"/>
              </a:spcAft>
            </a:pPr>
            <a:r>
              <a:rPr sz="2800" b="1">
                <a:solidFill>
                  <a:srgbClr val="1E6FC8"/>
                </a:solidFill>
              </a:rPr>
              <a:t>3. green</a:t>
            </a:r>
          </a:p>
          <a:p>
            <a:pPr>
              <a:spcAft>
                <a:spcPts val="800"/>
              </a:spcAft>
            </a:pPr>
            <a:r>
              <a:rPr sz="2800" b="1">
                <a:solidFill>
                  <a:srgbClr val="1E6FC8"/>
                </a:solidFill>
              </a:rPr>
              <a:t>4. fish</a:t>
            </a:r>
          </a:p>
          <a:p>
            <a:pPr>
              <a:spcAft>
                <a:spcPts val="800"/>
              </a:spcAft>
            </a:pPr>
            <a:r>
              <a:rPr sz="2800" b="1">
                <a:solidFill>
                  <a:srgbClr val="1E6FC8"/>
                </a:solidFill>
              </a:rPr>
              <a:t>5. black</a:t>
            </a:r>
          </a:p>
          <a:p>
            <a:pPr>
              <a:spcAft>
                <a:spcPts val="800"/>
              </a:spcAft>
            </a:pPr>
            <a:r>
              <a:rPr sz="2800" b="1">
                <a:solidFill>
                  <a:srgbClr val="1E6FC8"/>
                </a:solidFill>
              </a:rPr>
              <a:t>6. panda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E6FC8"/>
                </a:solidFill>
              </a:rPr>
              <a:t>下一页揭晓答案，先自己说一说！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6C3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</a:rPr>
              <a:t>小游戏答案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0">
                <a:solidFill>
                  <a:srgbClr val="1A1A2E"/>
                </a:solidFill>
              </a:rPr>
              <a:t>1. blue — 蓝色</a:t>
            </a:r>
          </a:p>
          <a:p>
            <a:pPr>
              <a:spcAft>
                <a:spcPts val="800"/>
              </a:spcAft>
            </a:pPr>
            <a:r>
              <a:rPr sz="2600" b="0">
                <a:solidFill>
                  <a:srgbClr val="1A1A2E"/>
                </a:solidFill>
              </a:rPr>
              <a:t>2. rabbit — 兔子</a:t>
            </a:r>
          </a:p>
          <a:p>
            <a:pPr>
              <a:spcAft>
                <a:spcPts val="800"/>
              </a:spcAft>
            </a:pPr>
            <a:r>
              <a:rPr sz="2600" b="0">
                <a:solidFill>
                  <a:srgbClr val="1A1A2E"/>
                </a:solidFill>
              </a:rPr>
              <a:t>3. green — 绿色</a:t>
            </a:r>
          </a:p>
          <a:p>
            <a:pPr>
              <a:spcAft>
                <a:spcPts val="800"/>
              </a:spcAft>
            </a:pPr>
            <a:r>
              <a:rPr sz="2600" b="0">
                <a:solidFill>
                  <a:srgbClr val="1A1A2E"/>
                </a:solidFill>
              </a:rPr>
              <a:t>4. fish — 鱼</a:t>
            </a:r>
          </a:p>
          <a:p>
            <a:pPr>
              <a:spcAft>
                <a:spcPts val="800"/>
              </a:spcAft>
            </a:pPr>
            <a:r>
              <a:rPr sz="2600" b="0">
                <a:solidFill>
                  <a:srgbClr val="1A1A2E"/>
                </a:solidFill>
              </a:rPr>
              <a:t>5. black — 黑色</a:t>
            </a:r>
          </a:p>
          <a:p>
            <a:pPr>
              <a:spcAft>
                <a:spcPts val="800"/>
              </a:spcAft>
            </a:pPr>
            <a:r>
              <a:rPr sz="2600" b="0">
                <a:solidFill>
                  <a:srgbClr val="1A1A2E"/>
                </a:solidFill>
              </a:rPr>
              <a:t>6. panda — 熊猫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2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E86A2C"/>
                </a:solidFill>
              </a:rPr>
              <a:t>全对的同学，给自己鼓鼓掌！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</a:rPr>
              <a:t>课堂练习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1A1A2E"/>
                </a:solidFill>
              </a:rPr>
              <a:t>（ ）1. ______ is the color of the sun.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E6FC8"/>
                </a:solidFill>
              </a:rPr>
              <a:t>        A. Blue   B. Yellow   C. Black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2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A1A2E"/>
                </a:solidFill>
              </a:rPr>
              <a:t>（ ）2. The ______ can fly.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E6FC8"/>
                </a:solidFill>
              </a:rPr>
              <a:t>        A. fish   B. dog   C. bird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2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A1A2E"/>
                </a:solidFill>
              </a:rPr>
              <a:t>（ ）3. ______ like red apples.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E6FC8"/>
                </a:solidFill>
              </a:rPr>
              <a:t>        A. My   B. I   C. 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E6FC8"/>
                </a:solidFill>
              </a:rPr>
              <a:t>答案：1.B  2.C  3.B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</a:rPr>
              <a:t>作业 Homework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A1A2E"/>
                </a:solidFill>
              </a:rPr>
              <a:t>1. 用 3 个颜色单词各造一个句子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E6FC8"/>
                </a:solidFill>
              </a:rPr>
              <a:t>   例如：I like blue sky.（我喜欢蓝色的天空。）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2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1A1A2E"/>
                </a:solidFill>
              </a:rPr>
              <a:t>2. 用 3 个动物单词各造一个句子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E6FC8"/>
                </a:solidFill>
              </a:rPr>
              <a:t>   例如：The panda is cute.（熊猫很可爱。）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2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E86A2C"/>
                </a:solidFill>
              </a:rPr>
              <a:t>3. 把 6 个句子读给爸爸妈妈听，下节课分享！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